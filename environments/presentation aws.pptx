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5143500" cx="9144000"/>
  <p:notesSz cx="6858000" cy="9144000"/>
  <p:embeddedFontLst>
    <p:embeddedFont>
      <p:font typeface="Lustria"/>
      <p:regular r:id="rId23"/>
    </p:embeddedFont>
    <p:embeddedFont>
      <p:font typeface="Open Sans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OpenSans-regular.fntdata"/><Relationship Id="rId23" Type="http://schemas.openxmlformats.org/officeDocument/2006/relationships/font" Target="fonts/Lustria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OpenSans-italic.fntdata"/><Relationship Id="rId25" Type="http://schemas.openxmlformats.org/officeDocument/2006/relationships/font" Target="fonts/OpenSans-bold.fntdata"/><Relationship Id="rId27" Type="http://schemas.openxmlformats.org/officeDocument/2006/relationships/font" Target="fonts/OpenSans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c27b135e22_2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g3c27b135e22_2_7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c27b135e22_2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g3c27b135e22_2_8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c27b135e22_2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3c27b135e22_2_8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c27b135e22_2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g3c27b135e22_2_9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27b135e22_2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g3c27b135e22_2_9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c27b135e22_2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g3c27b135e22_2_9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c27b135e22_2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3c27b135e22_2_10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c27b135e22_2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g3c27b135e22_2_1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c27b135e22_2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g3c27b135e22_2_1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c27b135e22_2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g3c27b135e22_2_1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c27b135e22_2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g3c27b135e22_2_1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c27b135e22_2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g3c27b135e22_2_14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c27b135e22_2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g3c27b135e22_2_14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c27b135e22_2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g3c27b135e22_2_15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c27b135e22_2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g3c27b135e22_2_16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c27b135e22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c27b135e2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idx="10" type="dt"/>
          </p:nvPr>
        </p:nvSpPr>
        <p:spPr>
          <a:xfrm>
            <a:off x="6277086" y="4767263"/>
            <a:ext cx="194444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536537" y="4767263"/>
            <a:ext cx="340479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8189259" y="4767263"/>
            <a:ext cx="50426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ctrTitle"/>
          </p:nvPr>
        </p:nvSpPr>
        <p:spPr>
          <a:xfrm>
            <a:off x="508820" y="667365"/>
            <a:ext cx="7492180" cy="269895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Font typeface="Open Sans"/>
              <a:buNone/>
              <a:defRPr sz="4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" type="subTitle"/>
          </p:nvPr>
        </p:nvSpPr>
        <p:spPr>
          <a:xfrm>
            <a:off x="508820" y="3366319"/>
            <a:ext cx="5243832" cy="977081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1pPr>
            <a:lvl2pPr lvl="1" algn="ctr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6277086" y="4767263"/>
            <a:ext cx="194444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536537" y="4767263"/>
            <a:ext cx="340479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8189259" y="4767263"/>
            <a:ext cx="50426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525476" y="691572"/>
            <a:ext cx="8018449" cy="102827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525476" y="1719845"/>
            <a:ext cx="8018449" cy="27270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6277086" y="4767263"/>
            <a:ext cx="194444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536537" y="4767263"/>
            <a:ext cx="340479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8189259" y="4767263"/>
            <a:ext cx="50426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536537" y="1282304"/>
            <a:ext cx="797405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Open Sans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536537" y="3442097"/>
            <a:ext cx="797405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7" name="Google Shape;77;p17"/>
          <p:cNvSpPr txBox="1"/>
          <p:nvPr>
            <p:ph idx="10" type="dt"/>
          </p:nvPr>
        </p:nvSpPr>
        <p:spPr>
          <a:xfrm>
            <a:off x="6277086" y="4767263"/>
            <a:ext cx="194444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1" type="ftr"/>
          </p:nvPr>
        </p:nvSpPr>
        <p:spPr>
          <a:xfrm>
            <a:off x="536537" y="4767263"/>
            <a:ext cx="340479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2" type="sldNum"/>
          </p:nvPr>
        </p:nvSpPr>
        <p:spPr>
          <a:xfrm>
            <a:off x="8189259" y="4767263"/>
            <a:ext cx="50426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8"/>
          <p:cNvSpPr txBox="1"/>
          <p:nvPr>
            <p:ph type="title"/>
          </p:nvPr>
        </p:nvSpPr>
        <p:spPr>
          <a:xfrm>
            <a:off x="525476" y="691572"/>
            <a:ext cx="8018449" cy="8459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18"/>
          <p:cNvSpPr txBox="1"/>
          <p:nvPr>
            <p:ph idx="1" type="body"/>
          </p:nvPr>
        </p:nvSpPr>
        <p:spPr>
          <a:xfrm>
            <a:off x="536537" y="1596513"/>
            <a:ext cx="3978313" cy="288331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2" type="body"/>
          </p:nvPr>
        </p:nvSpPr>
        <p:spPr>
          <a:xfrm>
            <a:off x="4629150" y="1596513"/>
            <a:ext cx="3914775" cy="288331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0" type="dt"/>
          </p:nvPr>
        </p:nvSpPr>
        <p:spPr>
          <a:xfrm>
            <a:off x="6277086" y="4767263"/>
            <a:ext cx="194444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11" type="ftr"/>
          </p:nvPr>
        </p:nvSpPr>
        <p:spPr>
          <a:xfrm>
            <a:off x="536537" y="4767263"/>
            <a:ext cx="340479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6" name="Google Shape;86;p18"/>
          <p:cNvSpPr txBox="1"/>
          <p:nvPr>
            <p:ph idx="12" type="sldNum"/>
          </p:nvPr>
        </p:nvSpPr>
        <p:spPr>
          <a:xfrm>
            <a:off x="8189259" y="4767263"/>
            <a:ext cx="50426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9"/>
          <p:cNvSpPr txBox="1"/>
          <p:nvPr>
            <p:ph type="title"/>
          </p:nvPr>
        </p:nvSpPr>
        <p:spPr>
          <a:xfrm>
            <a:off x="514415" y="696861"/>
            <a:ext cx="7980004" cy="57115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19"/>
          <p:cNvSpPr txBox="1"/>
          <p:nvPr>
            <p:ph idx="1" type="body"/>
          </p:nvPr>
        </p:nvSpPr>
        <p:spPr>
          <a:xfrm>
            <a:off x="536538" y="1260872"/>
            <a:ext cx="3961644" cy="492919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2pPr>
            <a:lvl3pPr indent="-228600" lvl="2" marL="13716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3pPr>
            <a:lvl4pPr indent="-228600" lvl="3" marL="18288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0" name="Google Shape;90;p19"/>
          <p:cNvSpPr txBox="1"/>
          <p:nvPr>
            <p:ph idx="2" type="body"/>
          </p:nvPr>
        </p:nvSpPr>
        <p:spPr>
          <a:xfrm>
            <a:off x="536538" y="1878806"/>
            <a:ext cx="3961644" cy="256783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1" name="Google Shape;91;p19"/>
          <p:cNvSpPr txBox="1"/>
          <p:nvPr>
            <p:ph idx="3" type="body"/>
          </p:nvPr>
        </p:nvSpPr>
        <p:spPr>
          <a:xfrm>
            <a:off x="4629150" y="1260872"/>
            <a:ext cx="3887391" cy="492919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2pPr>
            <a:lvl3pPr indent="-228600" lvl="2" marL="13716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3pPr>
            <a:lvl4pPr indent="-228600" lvl="3" marL="18288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2" name="Google Shape;92;p19"/>
          <p:cNvSpPr txBox="1"/>
          <p:nvPr>
            <p:ph idx="4" type="body"/>
          </p:nvPr>
        </p:nvSpPr>
        <p:spPr>
          <a:xfrm>
            <a:off x="4629150" y="1878806"/>
            <a:ext cx="3887391" cy="256783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0" type="dt"/>
          </p:nvPr>
        </p:nvSpPr>
        <p:spPr>
          <a:xfrm>
            <a:off x="6277086" y="4767263"/>
            <a:ext cx="194444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1" type="ftr"/>
          </p:nvPr>
        </p:nvSpPr>
        <p:spPr>
          <a:xfrm>
            <a:off x="536537" y="4767263"/>
            <a:ext cx="340479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5" name="Google Shape;95;p19"/>
          <p:cNvSpPr txBox="1"/>
          <p:nvPr>
            <p:ph idx="12" type="sldNum"/>
          </p:nvPr>
        </p:nvSpPr>
        <p:spPr>
          <a:xfrm>
            <a:off x="8189259" y="4767263"/>
            <a:ext cx="50426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525476" y="691572"/>
            <a:ext cx="8018449" cy="102827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0" type="dt"/>
          </p:nvPr>
        </p:nvSpPr>
        <p:spPr>
          <a:xfrm>
            <a:off x="6277086" y="4767263"/>
            <a:ext cx="194444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9" name="Google Shape;99;p20"/>
          <p:cNvSpPr txBox="1"/>
          <p:nvPr>
            <p:ph idx="11" type="ftr"/>
          </p:nvPr>
        </p:nvSpPr>
        <p:spPr>
          <a:xfrm>
            <a:off x="536537" y="4767263"/>
            <a:ext cx="340479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0" name="Google Shape;100;p20"/>
          <p:cNvSpPr txBox="1"/>
          <p:nvPr>
            <p:ph idx="12" type="sldNum"/>
          </p:nvPr>
        </p:nvSpPr>
        <p:spPr>
          <a:xfrm>
            <a:off x="8189259" y="4767263"/>
            <a:ext cx="50426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508820" y="586249"/>
            <a:ext cx="3070199" cy="917589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4" name="Google Shape;104;p21"/>
          <p:cNvSpPr txBox="1"/>
          <p:nvPr>
            <p:ph idx="2" type="body"/>
          </p:nvPr>
        </p:nvSpPr>
        <p:spPr>
          <a:xfrm>
            <a:off x="516194" y="1736623"/>
            <a:ext cx="3070199" cy="266511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5" name="Google Shape;105;p21"/>
          <p:cNvSpPr txBox="1"/>
          <p:nvPr>
            <p:ph idx="10" type="dt"/>
          </p:nvPr>
        </p:nvSpPr>
        <p:spPr>
          <a:xfrm>
            <a:off x="6277086" y="4767263"/>
            <a:ext cx="194444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6" name="Google Shape;106;p21"/>
          <p:cNvSpPr txBox="1"/>
          <p:nvPr>
            <p:ph idx="11" type="ftr"/>
          </p:nvPr>
        </p:nvSpPr>
        <p:spPr>
          <a:xfrm>
            <a:off x="536537" y="4767263"/>
            <a:ext cx="340479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7" name="Google Shape;107;p21"/>
          <p:cNvSpPr txBox="1"/>
          <p:nvPr>
            <p:ph idx="12" type="sldNum"/>
          </p:nvPr>
        </p:nvSpPr>
        <p:spPr>
          <a:xfrm>
            <a:off x="8189259" y="4767263"/>
            <a:ext cx="50426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/>
          <p:nvPr>
            <p:ph type="title"/>
          </p:nvPr>
        </p:nvSpPr>
        <p:spPr>
          <a:xfrm>
            <a:off x="512506" y="800100"/>
            <a:ext cx="3077573" cy="98814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0" name="Google Shape;110;p22"/>
          <p:cNvSpPr/>
          <p:nvPr>
            <p:ph idx="2" type="pic"/>
          </p:nvPr>
        </p:nvSpPr>
        <p:spPr>
          <a:xfrm>
            <a:off x="3887391" y="800100"/>
            <a:ext cx="4629150" cy="3595688"/>
          </a:xfrm>
          <a:prstGeom prst="rect">
            <a:avLst/>
          </a:prstGeom>
          <a:noFill/>
          <a:ln>
            <a:noFill/>
          </a:ln>
        </p:spPr>
      </p:sp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512506" y="1914525"/>
            <a:ext cx="3077573" cy="248721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2" name="Google Shape;112;p22"/>
          <p:cNvSpPr txBox="1"/>
          <p:nvPr>
            <p:ph idx="10" type="dt"/>
          </p:nvPr>
        </p:nvSpPr>
        <p:spPr>
          <a:xfrm>
            <a:off x="6277086" y="4767263"/>
            <a:ext cx="194444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3" name="Google Shape;113;p22"/>
          <p:cNvSpPr txBox="1"/>
          <p:nvPr>
            <p:ph idx="11" type="ftr"/>
          </p:nvPr>
        </p:nvSpPr>
        <p:spPr>
          <a:xfrm>
            <a:off x="536537" y="4767263"/>
            <a:ext cx="340479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4" name="Google Shape;114;p22"/>
          <p:cNvSpPr txBox="1"/>
          <p:nvPr>
            <p:ph idx="12" type="sldNum"/>
          </p:nvPr>
        </p:nvSpPr>
        <p:spPr>
          <a:xfrm>
            <a:off x="8189259" y="4767263"/>
            <a:ext cx="50426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3"/>
          <p:cNvSpPr txBox="1"/>
          <p:nvPr>
            <p:ph type="title"/>
          </p:nvPr>
        </p:nvSpPr>
        <p:spPr>
          <a:xfrm>
            <a:off x="525476" y="691572"/>
            <a:ext cx="8018449" cy="102827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" type="body"/>
          </p:nvPr>
        </p:nvSpPr>
        <p:spPr>
          <a:xfrm rot="5400000">
            <a:off x="3171168" y="-925847"/>
            <a:ext cx="2727066" cy="80184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0" type="dt"/>
          </p:nvPr>
        </p:nvSpPr>
        <p:spPr>
          <a:xfrm>
            <a:off x="6277086" y="4767263"/>
            <a:ext cx="194444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9" name="Google Shape;119;p23"/>
          <p:cNvSpPr txBox="1"/>
          <p:nvPr>
            <p:ph idx="11" type="ftr"/>
          </p:nvPr>
        </p:nvSpPr>
        <p:spPr>
          <a:xfrm>
            <a:off x="536537" y="4767263"/>
            <a:ext cx="340479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0" name="Google Shape;120;p23"/>
          <p:cNvSpPr txBox="1"/>
          <p:nvPr>
            <p:ph idx="12" type="sldNum"/>
          </p:nvPr>
        </p:nvSpPr>
        <p:spPr>
          <a:xfrm>
            <a:off x="8189259" y="4767263"/>
            <a:ext cx="50426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4"/>
          <p:cNvSpPr txBox="1"/>
          <p:nvPr>
            <p:ph type="title"/>
          </p:nvPr>
        </p:nvSpPr>
        <p:spPr>
          <a:xfrm rot="5400000">
            <a:off x="5943274" y="1736948"/>
            <a:ext cx="3738717" cy="176178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" type="body"/>
          </p:nvPr>
        </p:nvSpPr>
        <p:spPr>
          <a:xfrm rot="5400000">
            <a:off x="1910837" y="-533708"/>
            <a:ext cx="3738717" cy="630309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0" type="dt"/>
          </p:nvPr>
        </p:nvSpPr>
        <p:spPr>
          <a:xfrm>
            <a:off x="6277086" y="4767263"/>
            <a:ext cx="194444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5" name="Google Shape;125;p24"/>
          <p:cNvSpPr txBox="1"/>
          <p:nvPr>
            <p:ph idx="11" type="ftr"/>
          </p:nvPr>
        </p:nvSpPr>
        <p:spPr>
          <a:xfrm>
            <a:off x="536537" y="4767263"/>
            <a:ext cx="340479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6" name="Google Shape;126;p24"/>
          <p:cNvSpPr txBox="1"/>
          <p:nvPr>
            <p:ph idx="12" type="sldNum"/>
          </p:nvPr>
        </p:nvSpPr>
        <p:spPr>
          <a:xfrm>
            <a:off x="8189259" y="4767263"/>
            <a:ext cx="50426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525476" y="691572"/>
            <a:ext cx="8018449" cy="102827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None/>
              <a:defRPr b="0" i="0" sz="3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525476" y="1719845"/>
            <a:ext cx="8018449" cy="27270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23850" lvl="0" marL="457200" marR="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-298450" lvl="3" marL="1828800" marR="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-298450" lvl="4" marL="2286000" marR="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77086" y="4767263"/>
            <a:ext cx="194444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536537" y="4767263"/>
            <a:ext cx="340479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8189259" y="4767263"/>
            <a:ext cx="50426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56" name="Google Shape;56;p13"/>
          <p:cNvCxnSpPr/>
          <p:nvPr/>
        </p:nvCxnSpPr>
        <p:spPr>
          <a:xfrm>
            <a:off x="600075" y="542925"/>
            <a:ext cx="7943850" cy="0"/>
          </a:xfrm>
          <a:prstGeom prst="straightConnector1">
            <a:avLst/>
          </a:prstGeom>
          <a:noFill/>
          <a:ln cap="flat" cmpd="sng" w="444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7" name="Google Shape;57;p13"/>
          <p:cNvCxnSpPr/>
          <p:nvPr/>
        </p:nvCxnSpPr>
        <p:spPr>
          <a:xfrm>
            <a:off x="600075" y="4607086"/>
            <a:ext cx="794385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  <p15:guide id="3" orient="horz" pos="504">
          <p15:clr>
            <a:srgbClr val="F26B43"/>
          </p15:clr>
        </p15:guide>
        <p15:guide id="4" orient="horz" pos="684">
          <p15:clr>
            <a:srgbClr val="F26B43"/>
          </p15:clr>
        </p15:guide>
        <p15:guide id="5" pos="5382">
          <p15:clr>
            <a:srgbClr val="F26B43"/>
          </p15:clr>
        </p15:guide>
        <p15:guide id="6" pos="378">
          <p15:clr>
            <a:srgbClr val="F26B43"/>
          </p15:clr>
        </p15:guide>
        <p15:guide id="7" orient="horz" pos="2898">
          <p15:clr>
            <a:srgbClr val="F26B43"/>
          </p15:clr>
        </p15:guide>
        <p15:guide id="8" orient="horz" pos="34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screenshot of a computer&#10;&#10;AI-generated content may be incorrect." id="131" name="Google Shape;131;p25"/>
          <p:cNvPicPr preferRelativeResize="0"/>
          <p:nvPr/>
        </p:nvPicPr>
        <p:blipFill rotWithShape="1">
          <a:blip r:embed="rId3">
            <a:alphaModFix/>
          </a:blip>
          <a:srcRect b="0" l="444" r="0" t="0"/>
          <a:stretch/>
        </p:blipFill>
        <p:spPr>
          <a:xfrm>
            <a:off x="15" y="8"/>
            <a:ext cx="9143985" cy="51434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53085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screenshot of a computer&#10;&#10;AI-generated content may be incorrect." id="141" name="Google Shape;141;p27"/>
          <p:cNvPicPr preferRelativeResize="0"/>
          <p:nvPr/>
        </p:nvPicPr>
        <p:blipFill rotWithShape="1">
          <a:blip r:embed="rId3">
            <a:alphaModFix/>
          </a:blip>
          <a:srcRect b="882" l="0" r="1" t="0"/>
          <a:stretch/>
        </p:blipFill>
        <p:spPr>
          <a:xfrm>
            <a:off x="960500" y="508251"/>
            <a:ext cx="7222999" cy="4062938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screenshot of a computer&#10;&#10;AI-generated content may be incorrect." id="146" name="Google Shape;146;p28"/>
          <p:cNvPicPr preferRelativeResize="0"/>
          <p:nvPr/>
        </p:nvPicPr>
        <p:blipFill rotWithShape="1">
          <a:blip r:embed="rId3">
            <a:alphaModFix/>
          </a:blip>
          <a:srcRect b="7776" l="0" r="0" t="0"/>
          <a:stretch/>
        </p:blipFill>
        <p:spPr>
          <a:xfrm>
            <a:off x="628650" y="528574"/>
            <a:ext cx="7971282" cy="4080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screenshot of a computer program&#10;&#10;AI-generated content may be incorrect." id="151" name="Google Shape;151;p29"/>
          <p:cNvPicPr preferRelativeResize="0"/>
          <p:nvPr/>
        </p:nvPicPr>
        <p:blipFill rotWithShape="1">
          <a:blip r:embed="rId3">
            <a:alphaModFix/>
          </a:blip>
          <a:srcRect b="8740" l="0" r="0" t="0"/>
          <a:stretch/>
        </p:blipFill>
        <p:spPr>
          <a:xfrm>
            <a:off x="342900" y="342900"/>
            <a:ext cx="8458200" cy="445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0"/>
          <p:cNvSpPr txBox="1"/>
          <p:nvPr>
            <p:ph idx="10" type="dt"/>
          </p:nvPr>
        </p:nvSpPr>
        <p:spPr>
          <a:xfrm>
            <a:off x="6277086" y="4767263"/>
            <a:ext cx="194444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1/30/2026</a:t>
            </a:r>
            <a:endParaRPr/>
          </a:p>
        </p:txBody>
      </p:sp>
      <p:sp>
        <p:nvSpPr>
          <p:cNvPr id="157" name="Google Shape;157;p30"/>
          <p:cNvSpPr txBox="1"/>
          <p:nvPr>
            <p:ph idx="11" type="ftr"/>
          </p:nvPr>
        </p:nvSpPr>
        <p:spPr>
          <a:xfrm>
            <a:off x="536537" y="4767263"/>
            <a:ext cx="340479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/>
            </a:br>
            <a:r>
              <a:rPr lang="en"/>
              <a:t>              </a:t>
            </a:r>
            <a:endParaRPr/>
          </a:p>
        </p:txBody>
      </p:sp>
      <p:sp>
        <p:nvSpPr>
          <p:cNvPr id="158" name="Google Shape;158;p30"/>
          <p:cNvSpPr txBox="1"/>
          <p:nvPr>
            <p:ph idx="12" type="sldNum"/>
          </p:nvPr>
        </p:nvSpPr>
        <p:spPr>
          <a:xfrm>
            <a:off x="8189259" y="4767263"/>
            <a:ext cx="50426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9" name="Google Shape;15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006" y="64294"/>
            <a:ext cx="9043988" cy="50149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AI-generated content may be incorrect." id="160" name="Google Shape;160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1" y="985428"/>
            <a:ext cx="4387102" cy="39206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1"/>
          <p:cNvSpPr txBox="1"/>
          <p:nvPr>
            <p:ph idx="10" type="dt"/>
          </p:nvPr>
        </p:nvSpPr>
        <p:spPr>
          <a:xfrm>
            <a:off x="6277086" y="4767263"/>
            <a:ext cx="194444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1/30/2026</a:t>
            </a:r>
            <a:endParaRPr/>
          </a:p>
        </p:txBody>
      </p:sp>
      <p:sp>
        <p:nvSpPr>
          <p:cNvPr id="166" name="Google Shape;166;p31"/>
          <p:cNvSpPr txBox="1"/>
          <p:nvPr>
            <p:ph idx="11" type="ftr"/>
          </p:nvPr>
        </p:nvSpPr>
        <p:spPr>
          <a:xfrm>
            <a:off x="536537" y="4767263"/>
            <a:ext cx="340479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/>
            </a:br>
            <a:r>
              <a:rPr lang="en"/>
              <a:t>              </a:t>
            </a:r>
            <a:endParaRPr/>
          </a:p>
        </p:txBody>
      </p:sp>
      <p:sp>
        <p:nvSpPr>
          <p:cNvPr id="167" name="Google Shape;167;p31"/>
          <p:cNvSpPr txBox="1"/>
          <p:nvPr>
            <p:ph idx="12" type="sldNum"/>
          </p:nvPr>
        </p:nvSpPr>
        <p:spPr>
          <a:xfrm>
            <a:off x="8189259" y="4767263"/>
            <a:ext cx="50426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A screenshot of a computer program&#10;&#10;AI-generated content may be incorrect." id="168" name="Google Shape;168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288" y="42863"/>
            <a:ext cx="9115425" cy="5057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2"/>
          <p:cNvSpPr txBox="1"/>
          <p:nvPr>
            <p:ph idx="10" type="dt"/>
          </p:nvPr>
        </p:nvSpPr>
        <p:spPr>
          <a:xfrm>
            <a:off x="6277086" y="4767263"/>
            <a:ext cx="194444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1/30/2026</a:t>
            </a:r>
            <a:endParaRPr/>
          </a:p>
        </p:txBody>
      </p:sp>
      <p:sp>
        <p:nvSpPr>
          <p:cNvPr id="174" name="Google Shape;174;p32"/>
          <p:cNvSpPr txBox="1"/>
          <p:nvPr>
            <p:ph idx="11" type="ftr"/>
          </p:nvPr>
        </p:nvSpPr>
        <p:spPr>
          <a:xfrm>
            <a:off x="536537" y="4767263"/>
            <a:ext cx="340479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/>
            </a:br>
            <a:r>
              <a:rPr lang="en"/>
              <a:t>              </a:t>
            </a:r>
            <a:endParaRPr/>
          </a:p>
        </p:txBody>
      </p:sp>
      <p:sp>
        <p:nvSpPr>
          <p:cNvPr id="175" name="Google Shape;175;p32"/>
          <p:cNvSpPr txBox="1"/>
          <p:nvPr>
            <p:ph idx="12" type="sldNum"/>
          </p:nvPr>
        </p:nvSpPr>
        <p:spPr>
          <a:xfrm>
            <a:off x="8189259" y="4767263"/>
            <a:ext cx="50426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A screenshot of a computer&#10;&#10;AI-generated content may be incorrect." id="176" name="Google Shape;176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863" y="10716"/>
            <a:ext cx="9058275" cy="51220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3"/>
          <p:cNvSpPr txBox="1"/>
          <p:nvPr>
            <p:ph idx="10" type="dt"/>
          </p:nvPr>
        </p:nvSpPr>
        <p:spPr>
          <a:xfrm>
            <a:off x="6277086" y="4767263"/>
            <a:ext cx="194444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1/30/2026</a:t>
            </a:r>
            <a:endParaRPr/>
          </a:p>
        </p:txBody>
      </p:sp>
      <p:sp>
        <p:nvSpPr>
          <p:cNvPr id="182" name="Google Shape;182;p33"/>
          <p:cNvSpPr txBox="1"/>
          <p:nvPr>
            <p:ph idx="11" type="ftr"/>
          </p:nvPr>
        </p:nvSpPr>
        <p:spPr>
          <a:xfrm>
            <a:off x="536537" y="4767263"/>
            <a:ext cx="340479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/>
            </a:br>
            <a:r>
              <a:rPr lang="en"/>
              <a:t>              </a:t>
            </a:r>
            <a:endParaRPr/>
          </a:p>
        </p:txBody>
      </p:sp>
      <p:sp>
        <p:nvSpPr>
          <p:cNvPr id="183" name="Google Shape;183;p33"/>
          <p:cNvSpPr txBox="1"/>
          <p:nvPr>
            <p:ph idx="12" type="sldNum"/>
          </p:nvPr>
        </p:nvSpPr>
        <p:spPr>
          <a:xfrm>
            <a:off x="8189259" y="4767263"/>
            <a:ext cx="50426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A screenshot of a computer&#10;&#10;AI-generated content may be incorrect." id="184" name="Google Shape;184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575" y="14288"/>
            <a:ext cx="9086850" cy="5114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4"/>
          <p:cNvSpPr txBox="1"/>
          <p:nvPr>
            <p:ph idx="10" type="dt"/>
          </p:nvPr>
        </p:nvSpPr>
        <p:spPr>
          <a:xfrm>
            <a:off x="6277086" y="4767263"/>
            <a:ext cx="194444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1/30/2026</a:t>
            </a:r>
            <a:endParaRPr/>
          </a:p>
        </p:txBody>
      </p:sp>
      <p:sp>
        <p:nvSpPr>
          <p:cNvPr id="190" name="Google Shape;190;p34"/>
          <p:cNvSpPr txBox="1"/>
          <p:nvPr>
            <p:ph idx="11" type="ftr"/>
          </p:nvPr>
        </p:nvSpPr>
        <p:spPr>
          <a:xfrm>
            <a:off x="536537" y="4767263"/>
            <a:ext cx="340479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/>
            </a:br>
            <a:r>
              <a:rPr lang="en"/>
              <a:t>              </a:t>
            </a:r>
            <a:endParaRPr/>
          </a:p>
        </p:txBody>
      </p:sp>
      <p:sp>
        <p:nvSpPr>
          <p:cNvPr id="191" name="Google Shape;191;p34"/>
          <p:cNvSpPr txBox="1"/>
          <p:nvPr>
            <p:ph idx="12" type="sldNum"/>
          </p:nvPr>
        </p:nvSpPr>
        <p:spPr>
          <a:xfrm>
            <a:off x="8189259" y="4767263"/>
            <a:ext cx="50426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A screenshot of a computer program&#10;&#10;AI-generated content may be incorrect." id="192" name="Google Shape;192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729" y="3572"/>
            <a:ext cx="8922544" cy="51363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5"/>
          <p:cNvSpPr txBox="1"/>
          <p:nvPr>
            <p:ph idx="10" type="dt"/>
          </p:nvPr>
        </p:nvSpPr>
        <p:spPr>
          <a:xfrm>
            <a:off x="6277086" y="4767263"/>
            <a:ext cx="194444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1/30/2026</a:t>
            </a:r>
            <a:endParaRPr/>
          </a:p>
        </p:txBody>
      </p:sp>
      <p:sp>
        <p:nvSpPr>
          <p:cNvPr id="198" name="Google Shape;198;p35"/>
          <p:cNvSpPr txBox="1"/>
          <p:nvPr>
            <p:ph idx="11" type="ftr"/>
          </p:nvPr>
        </p:nvSpPr>
        <p:spPr>
          <a:xfrm>
            <a:off x="536537" y="4767263"/>
            <a:ext cx="340479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/>
            </a:br>
            <a:r>
              <a:rPr lang="en"/>
              <a:t>              </a:t>
            </a:r>
            <a:endParaRPr/>
          </a:p>
        </p:txBody>
      </p:sp>
      <p:sp>
        <p:nvSpPr>
          <p:cNvPr id="199" name="Google Shape;199;p35"/>
          <p:cNvSpPr txBox="1"/>
          <p:nvPr>
            <p:ph idx="12" type="sldNum"/>
          </p:nvPr>
        </p:nvSpPr>
        <p:spPr>
          <a:xfrm>
            <a:off x="8189259" y="4767263"/>
            <a:ext cx="50426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A screenshot of a computer&#10;&#10;AI-generated content may be incorrect." id="200" name="Google Shape;200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294" y="14288"/>
            <a:ext cx="9015413" cy="5114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6"/>
          <p:cNvSpPr txBox="1"/>
          <p:nvPr>
            <p:ph idx="10" type="dt"/>
          </p:nvPr>
        </p:nvSpPr>
        <p:spPr>
          <a:xfrm>
            <a:off x="6277086" y="4767263"/>
            <a:ext cx="194444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1/30/2026</a:t>
            </a:r>
            <a:endParaRPr/>
          </a:p>
        </p:txBody>
      </p:sp>
      <p:sp>
        <p:nvSpPr>
          <p:cNvPr id="206" name="Google Shape;206;p36"/>
          <p:cNvSpPr txBox="1"/>
          <p:nvPr>
            <p:ph idx="11" type="ftr"/>
          </p:nvPr>
        </p:nvSpPr>
        <p:spPr>
          <a:xfrm>
            <a:off x="536537" y="4767263"/>
            <a:ext cx="340479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/>
            </a:br>
            <a:r>
              <a:rPr lang="en"/>
              <a:t>              </a:t>
            </a:r>
            <a:endParaRPr/>
          </a:p>
        </p:txBody>
      </p:sp>
      <p:sp>
        <p:nvSpPr>
          <p:cNvPr id="207" name="Google Shape;207;p36"/>
          <p:cNvSpPr txBox="1"/>
          <p:nvPr>
            <p:ph idx="12" type="sldNum"/>
          </p:nvPr>
        </p:nvSpPr>
        <p:spPr>
          <a:xfrm>
            <a:off x="8189259" y="4767263"/>
            <a:ext cx="50426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A screenshot of a computer&#10;&#10;AI-generated content may be incorrect." id="208" name="Google Shape;208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581" y="107156"/>
            <a:ext cx="8986838" cy="49291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7"/>
          <p:cNvSpPr txBox="1"/>
          <p:nvPr>
            <p:ph idx="10" type="dt"/>
          </p:nvPr>
        </p:nvSpPr>
        <p:spPr>
          <a:xfrm>
            <a:off x="6277086" y="4767263"/>
            <a:ext cx="194444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1/30/2026</a:t>
            </a:r>
            <a:endParaRPr/>
          </a:p>
        </p:txBody>
      </p:sp>
      <p:sp>
        <p:nvSpPr>
          <p:cNvPr id="214" name="Google Shape;214;p37"/>
          <p:cNvSpPr txBox="1"/>
          <p:nvPr>
            <p:ph idx="11" type="ftr"/>
          </p:nvPr>
        </p:nvSpPr>
        <p:spPr>
          <a:xfrm>
            <a:off x="536537" y="4767263"/>
            <a:ext cx="340479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/>
            </a:br>
            <a:r>
              <a:rPr lang="en"/>
              <a:t>              </a:t>
            </a:r>
            <a:endParaRPr/>
          </a:p>
        </p:txBody>
      </p:sp>
      <p:sp>
        <p:nvSpPr>
          <p:cNvPr id="215" name="Google Shape;215;p37"/>
          <p:cNvSpPr txBox="1"/>
          <p:nvPr>
            <p:ph idx="12" type="sldNum"/>
          </p:nvPr>
        </p:nvSpPr>
        <p:spPr>
          <a:xfrm>
            <a:off x="8189259" y="4767263"/>
            <a:ext cx="50426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A screenshot of a computer program&#10;&#10;AI-generated content may be incorrect." id="216" name="Google Shape;216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154" y="50006"/>
            <a:ext cx="8979694" cy="50434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8"/>
          <p:cNvSpPr txBox="1"/>
          <p:nvPr>
            <p:ph idx="10" type="dt"/>
          </p:nvPr>
        </p:nvSpPr>
        <p:spPr>
          <a:xfrm>
            <a:off x="6277086" y="4767263"/>
            <a:ext cx="194444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1/30/2026</a:t>
            </a:r>
            <a:endParaRPr/>
          </a:p>
        </p:txBody>
      </p:sp>
      <p:sp>
        <p:nvSpPr>
          <p:cNvPr id="222" name="Google Shape;222;p38"/>
          <p:cNvSpPr txBox="1"/>
          <p:nvPr>
            <p:ph idx="11" type="ftr"/>
          </p:nvPr>
        </p:nvSpPr>
        <p:spPr>
          <a:xfrm>
            <a:off x="536537" y="4767263"/>
            <a:ext cx="340479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/>
            </a:br>
            <a:r>
              <a:rPr lang="en"/>
              <a:t>              </a:t>
            </a:r>
            <a:endParaRPr/>
          </a:p>
        </p:txBody>
      </p:sp>
      <p:sp>
        <p:nvSpPr>
          <p:cNvPr id="223" name="Google Shape;223;p38"/>
          <p:cNvSpPr txBox="1"/>
          <p:nvPr>
            <p:ph idx="12" type="sldNum"/>
          </p:nvPr>
        </p:nvSpPr>
        <p:spPr>
          <a:xfrm>
            <a:off x="8189259" y="4767263"/>
            <a:ext cx="50426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A screenshot of a computer program&#10;&#10;AI-generated content may be incorrect." id="224" name="Google Shape;224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719" y="32147"/>
            <a:ext cx="9072563" cy="50792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9"/>
          <p:cNvSpPr txBox="1"/>
          <p:nvPr>
            <p:ph idx="10" type="dt"/>
          </p:nvPr>
        </p:nvSpPr>
        <p:spPr>
          <a:xfrm>
            <a:off x="6277086" y="4767263"/>
            <a:ext cx="194444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1/30/2026</a:t>
            </a:r>
            <a:endParaRPr/>
          </a:p>
        </p:txBody>
      </p:sp>
      <p:sp>
        <p:nvSpPr>
          <p:cNvPr id="230" name="Google Shape;230;p39"/>
          <p:cNvSpPr txBox="1"/>
          <p:nvPr>
            <p:ph idx="11" type="ftr"/>
          </p:nvPr>
        </p:nvSpPr>
        <p:spPr>
          <a:xfrm>
            <a:off x="536537" y="4767263"/>
            <a:ext cx="340479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/>
            </a:br>
            <a:r>
              <a:rPr lang="en"/>
              <a:t>              </a:t>
            </a:r>
            <a:endParaRPr/>
          </a:p>
        </p:txBody>
      </p:sp>
      <p:sp>
        <p:nvSpPr>
          <p:cNvPr id="231" name="Google Shape;231;p39"/>
          <p:cNvSpPr txBox="1"/>
          <p:nvPr>
            <p:ph idx="12" type="sldNum"/>
          </p:nvPr>
        </p:nvSpPr>
        <p:spPr>
          <a:xfrm>
            <a:off x="8189259" y="4767263"/>
            <a:ext cx="50426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A screenshot of a computer&#10;&#10;AI-generated content may be incorrect." id="232" name="Google Shape;232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2191" y="103585"/>
            <a:ext cx="8379619" cy="49363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47591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ChronicleVTI">
  <a:themeElements>
    <a:clrScheme name="ChronicleVTI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